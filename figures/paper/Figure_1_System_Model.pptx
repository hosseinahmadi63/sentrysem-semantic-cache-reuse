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e2117be16140ef" /><Relationship Type="http://schemas.openxmlformats.org/officeDocument/2006/relationships/extended-properties" Target="/docProps/app.xml" Id="R93d714ee19704291" /><Relationship Type="http://schemas.openxmlformats.org/officeDocument/2006/relationships/officeDocument" Target="/ppt/presentation.xml" Id="R58006f379974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17cf67b9c4d90"/>
  </p:sldMasterIdLst>
  <p:notesMasterIdLst>
    <p:notesMasterId xmlns:r="http://schemas.openxmlformats.org/officeDocument/2006/relationships" r:id="Rc0ff89ebf50a4c3e"/>
  </p:notesMasterIdLst>
  <p:sldIdLst>
    <p:sldId xmlns:r="http://schemas.openxmlformats.org/officeDocument/2006/relationships" id="256" r:id="R4c903bba0cf543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d16c65c18a4880" /><Relationship Type="http://schemas.openxmlformats.org/officeDocument/2006/relationships/slideMaster" Target="/ppt/slideMasters/slideMaster1.xml" Id="Rfe817cf67b9c4d90" /><Relationship Type="http://schemas.openxmlformats.org/officeDocument/2006/relationships/notesMaster" Target="/ppt/notesMasters/notesMaster1.xml" Id="Rc0ff89ebf50a4c3e" /><Relationship Type="http://schemas.openxmlformats.org/officeDocument/2006/relationships/presProps" Target="/ppt/presProps.xml" Id="Re430a3ccb018469e" /><Relationship Type="http://schemas.openxmlformats.org/officeDocument/2006/relationships/viewProps" Target="/ppt/viewProps.xml" Id="R49afbb126bdc4ea2" /><Relationship Type="http://schemas.openxmlformats.org/officeDocument/2006/relationships/tableStyles" Target="/ppt/tableStyles.xml" Id="R9570fa0221c64e32" /><Relationship Type="http://schemas.openxmlformats.org/officeDocument/2006/relationships/slide" Target="/ppt/slides/slide1.xml" Id="R4c903bba0cf5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f2d21e32e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fc24cbfb3d4659" /><Relationship Type="http://schemas.openxmlformats.org/officeDocument/2006/relationships/notesMaster" Target="/ppt/notesMasters/notesMaster1.xml" Id="R215ee3dd8ddb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a17a9da444b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10cf1ae744c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7399ff8b341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e9e5c421044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151c4651549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01b68f58343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b44618ae848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c7f48dc8c4f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0577936b547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4da6923734b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e5b3127da419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AEF649-525F-FDFA-ACAB-F6575ECE42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025B54-0776-F926-CF59-4DA7967CF7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D6CA88-D1DC-80FE-2B2D-C546F4DE01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5BF715-5E24-A267-6713-3D0C61923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B00A6-DA59-948E-72DD-0E7853BD0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C8019D-91AB-4D77-B314-E236E4541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93E6C0-097B-C925-A419-93EF26F120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04AEE0-E034-8CAD-6C22-12BE72FF7C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5F5A4A-FB07-2C36-BBEA-7B5808C96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35BF90-294A-0560-9BF1-AAB04D930D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643B74-52E9-F925-855C-CF560578F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28A051-063E-F909-E49A-8EECB3202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C79CFB-D841-294E-6262-CC0B69F9AB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91760F-4A6A-5A95-1F2A-148315856A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C5D115-A452-4829-28AC-0A7FD5148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5C2BDB-A737-C5CB-9C6B-F0142592E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AD903E-D265-5DE7-310D-A0241A6A33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B15AF3-B5AB-69A0-0F2D-D8A9BA6F29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8B0589-0FC7-05DF-7DA2-7007314A3A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3F1249-82F9-7E1F-CD58-94BA513546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71E995-66BD-B6D9-A885-44CFA0EA3D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937824-61FC-35A8-8C50-44C3A8D0B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66AD1C-434E-1B30-3F24-578DF27278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06DF765-5724-03F9-E1EB-A362639227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72A024-56A3-77E9-1116-34E0065C8A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B7DAB64-17E7-FAEA-FE72-9A707F094AB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84B554B-0823-2500-B157-023F05F16A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714B0DF-ABAA-600B-2014-40234912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D723015-8967-DF91-09BA-1D8298D0A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DADCCB-09A6-42A7-C2E9-50C0414DE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DB8D167-F114-E7F6-E7C9-766D713DE8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346DCA7-0381-4BD3-1E46-A1B939A929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12AAC20-D7D7-25B3-1D8C-526B167078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8349C12-B403-3687-E3BE-3B3EE59471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645923D-811D-49F4-1538-A33A57648C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22B0F1A-1203-BB61-9726-FBA73D6EAC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5D63CF-D3BF-39EE-B393-2EECF95D0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6C496D-CF46-3D82-07BF-61497EF4CC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EA2C0E3-1B21-7DE2-D6E7-EE57D07308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240DEB-574A-3E92-FDF3-2D4972ACD5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EAAC5B-04F6-BAF8-0F9D-C0B859DA08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092403-9BE6-DCCC-40FF-EDF5AD2AA5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4E87B0-CF83-239B-81FC-566C88E62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0A065DD-8C14-8D05-D7D2-AF9E36B3837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C8E6A5-1605-1C8A-3C4C-AED14C5104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33B7D7-007A-92B3-E15F-524C26DF39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531B51-A005-4A0A-351A-9DB38B3802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75B1E1B-E2AC-DBB8-43A8-F26C6B4861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9B99FC-63CA-3BAD-8E61-F3BCD6A9F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F56E4F-E7C8-9854-EE0F-96E08140A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7C5A3D-03B1-1403-D14B-0013B9C2D8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B3F21F-E4A3-731E-1431-2764241D6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930B53-8F07-3C71-B3E6-84A85750F9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8527294-2B57-5F5C-515F-EA8854251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BE1D41-98B7-8D8D-B621-C5F2048DB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F15B72-6AAE-6353-A716-67D214564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A74829-3D10-9CC0-A342-C61FE6ABA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071B87-774B-8DEB-038C-CCABE3EA5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3e9624fc54fe5" /><Relationship Type="http://schemas.openxmlformats.org/officeDocument/2006/relationships/slideLayout" Target="/ppt/slideLayouts/slideLayout1.xml" Id="R2a06fe29fdac47c1" /><Relationship Type="http://schemas.openxmlformats.org/officeDocument/2006/relationships/slideLayout" Target="/ppt/slideLayouts/slideLayout2.xml" Id="Ra989eb957bdf41c2" /><Relationship Type="http://schemas.openxmlformats.org/officeDocument/2006/relationships/slideLayout" Target="/ppt/slideLayouts/slideLayout3.xml" Id="Rb59e1a12e1ca4a71" /><Relationship Type="http://schemas.openxmlformats.org/officeDocument/2006/relationships/slideLayout" Target="/ppt/slideLayouts/slideLayout4.xml" Id="Rd160919c7e4a45e0" /><Relationship Type="http://schemas.openxmlformats.org/officeDocument/2006/relationships/slideLayout" Target="/ppt/slideLayouts/slideLayout5.xml" Id="R06971b2ce5ef4f17" /><Relationship Type="http://schemas.openxmlformats.org/officeDocument/2006/relationships/slideLayout" Target="/ppt/slideLayouts/slideLayout6.xml" Id="Rb056ec97f30b4e5a" /><Relationship Type="http://schemas.openxmlformats.org/officeDocument/2006/relationships/slideLayout" Target="/ppt/slideLayouts/slideLayout7.xml" Id="R5fa23255e6094c96" /><Relationship Type="http://schemas.openxmlformats.org/officeDocument/2006/relationships/slideLayout" Target="/ppt/slideLayouts/slideLayout8.xml" Id="Re878e3e3916f4d77" /><Relationship Type="http://schemas.openxmlformats.org/officeDocument/2006/relationships/slideLayout" Target="/ppt/slideLayouts/slideLayout9.xml" Id="R1009c7d095344857" /><Relationship Type="http://schemas.openxmlformats.org/officeDocument/2006/relationships/slideLayout" Target="/ppt/slideLayouts/slideLayout10.xml" Id="R3e6285baa90f4a47" /><Relationship Type="http://schemas.openxmlformats.org/officeDocument/2006/relationships/slideLayout" Target="/ppt/slideLayouts/slideLayout11.xml" Id="R0bb470f084224d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3EB508-721C-A46E-F2D8-77CE8D7BA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71CC5C-9410-A039-D821-225B0AD87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10E97D-22F2-228F-4E0D-DF6D6CB80D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511A9A2-DF26-0B42-98B3-C70BC5CE04CE}" type="datetimeFigureOut">
              <a:t>14/09/2026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D84291-290A-DEFB-2534-4E4D54EA6A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87FA43-59DE-C6B2-0BF7-1FEC315A82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1795436-586D-7F4E-ACE8-10C1FBF1D8F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06fe29fdac47c1"/>
    <p:sldLayoutId xmlns:r="http://schemas.openxmlformats.org/officeDocument/2006/relationships" id="2147483650" r:id="Ra989eb957bdf41c2"/>
    <p:sldLayoutId xmlns:r="http://schemas.openxmlformats.org/officeDocument/2006/relationships" id="2147483651" r:id="Rb59e1a12e1ca4a71"/>
    <p:sldLayoutId xmlns:r="http://schemas.openxmlformats.org/officeDocument/2006/relationships" id="2147483652" r:id="Rd160919c7e4a45e0"/>
    <p:sldLayoutId xmlns:r="http://schemas.openxmlformats.org/officeDocument/2006/relationships" id="2147483653" r:id="R06971b2ce5ef4f17"/>
    <p:sldLayoutId xmlns:r="http://schemas.openxmlformats.org/officeDocument/2006/relationships" id="2147483654" r:id="Rb056ec97f30b4e5a"/>
    <p:sldLayoutId xmlns:r="http://schemas.openxmlformats.org/officeDocument/2006/relationships" id="2147483655" r:id="R5fa23255e6094c96"/>
    <p:sldLayoutId xmlns:r="http://schemas.openxmlformats.org/officeDocument/2006/relationships" id="2147483656" r:id="Re878e3e3916f4d77"/>
    <p:sldLayoutId xmlns:r="http://schemas.openxmlformats.org/officeDocument/2006/relationships" id="2147483657" r:id="R1009c7d095344857"/>
    <p:sldLayoutId xmlns:r="http://schemas.openxmlformats.org/officeDocument/2006/relationships" id="2147483658" r:id="R3e6285baa90f4a47"/>
    <p:sldLayoutId xmlns:r="http://schemas.openxmlformats.org/officeDocument/2006/relationships" id="2147483659" r:id="R0bb470f084224dc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0a4a669284180" /><Relationship Type="http://schemas.openxmlformats.org/officeDocument/2006/relationships/notesSlide" Target="/ppt/notesSlides/notesSlide1.xml" Id="Rf6e15d924b5b47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2B6700F-0D3A-785C-4A14-C2071226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6" y="385885"/>
            <a:ext cx="10800000" cy="2267004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accent4">
              <a:lumMod val="40000"/>
              <a:lumOff val="60000"/>
              <a:alpha val="2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9888F45-35D8-483D-1967-CC4CDD3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6" y="3344944"/>
            <a:ext cx="10800000" cy="2267004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accent6">
              <a:lumMod val="40000"/>
              <a:lumOff val="60000"/>
              <a:alpha val="2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E594EC6-F1EC-3BC8-A56C-B27E0D1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44" y="788711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38ECB13-ED0C-9C89-4C08-0CE430BF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308" y="788711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192803C-95AE-DFBF-8F91-12E4E97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72" y="788711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DB195E-CEF8-6B6D-66D1-EAB1E800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36" y="788711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3E7E3D-B8C1-9E67-8046-B1FF921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44" y="3774619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51D11B2-1177-9803-FA95-2314B47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308" y="3774619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04938E6-DD0E-E58C-ABF1-0CDE775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72" y="3774619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9E2B52C-2914-207E-1293-A50E568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36" y="3774619"/>
            <a:ext cx="2160000" cy="14400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1DD55B4-B60D-6BFE-482B-E83D5E2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5" y="394852"/>
            <a:ext cx="23839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TRANSMITTER (Tx)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A9B5FF-AA91-CBBC-FAA7-AC1785D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5" y="3350074"/>
            <a:ext cx="189667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RECEIVER (Rx)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592421-2588-7E3F-504E-4DB6B4F8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44" y="1007953"/>
            <a:ext cx="2160000" cy="10231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Semantic encoder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source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normalized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400" b="1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𝒖</m:t>
                  </m:r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3870AC7-1853-0F99-1CBE-A1A3EBF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33" y="1013596"/>
            <a:ext cx="2160000" cy="10577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Proposal sketch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random signs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</m:sub>
                  </m:sSub>
                </m:oMath>
              </m:oMathPara>
            </a14:m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signs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8D3F8AF-3924-21A5-63EB-229AB41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824" y="1019239"/>
            <a:ext cx="2160000" cy="10577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Fresh audit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seed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𝑐</m:t>
                  </m:r>
                </m:oMath>
              </m:oMathPara>
            </a14:m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; new signs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𝐴</m:t>
                      </m:r>
                    </m:sub>
                  </m:sSub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signs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0134572-48EC-CBB8-FA66-E8DE971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494" y="1015525"/>
            <a:ext cx="2160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Feature refresh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fallback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payload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80C6D-F7AA-578A-E125-1FB24E49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44" y="3966895"/>
            <a:ext cx="2160000" cy="1079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Receiver cache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𝑀</m:t>
                  </m:r>
                </m:oMath>
              </m:oMathPara>
            </a14:m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cached features 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𝐶</m:t>
                      </m:r>
                    </m:e>
                    <m:sub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sub>
                  </m:sSub>
                  <m:r>
                    <a:rPr xmlns:a="http://schemas.openxmlformats.org/drawingml/2006/main" lang="en-US" sz="1400" b="0" i="1">
                      <a:solidFill>
                        <a:srgbClr val="00206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Sup>
                    <m:e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{</m:t>
                      </m:r>
                      <m:sSub>
                        <m:e>
                          <m:r>
                            <a:rPr xmlns:a="http://schemas.openxmlformats.org/drawingml/2006/main" lang="en-US" sz="1400" b="1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𝒖</m:t>
                          </m:r>
                        </m:e>
                        <m:sub>
                          <m:r>
                            <a:rPr xmlns:a="http://schemas.openxmlformats.org/drawingml/2006/main" lang="en-US" sz="1400" b="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}</m:t>
                      </m:r>
                    </m:e>
                    <m:sub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sub>
                    <m:sup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𝑀</m:t>
                      </m:r>
                    </m:sup>
                  </m:sSubSup>
                </m:oMath>
              </m:oMathPara>
            </a14:m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4110691-603C-181D-FFC8-4E1CB8D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310" y="3974332"/>
            <a:ext cx="2160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Search and lock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rank received proposal</a:t>
            </a: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fix candidate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e>
                    <m:sup>
                      <m:r>
                        <a:rPr xmlns:a="http://schemas.openxmlformats.org/drawingml/2006/main" lang="en-US" sz="1400" b="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p>
                </m:oMath>
              </m:oMathPara>
            </a14:m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334A33-9A3C-2C05-8FE5-31A65E98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25" y="3825655"/>
            <a:ext cx="2160000" cy="13462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Independent audit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test locked candidate similarity threshold 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1% error target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F77DA7A-A351-AF68-BA70-39E1411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492" y="4156474"/>
            <a:ext cx="2160000" cy="699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Completed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feature reuse or refresh</a:t>
            </a:r>
          </a:p>
        </p:txBody>
      </p:sp>
      <p:sp>
        <p:nvSpPr>
          <p:cNvPr id="23" name="Right Arrow 22">
            <a:extLst xmlns:a="http://schemas.openxmlformats.org/drawingml/2006/main">
              <a:ext uri="{FF2B5EF4-FFF2-40B4-BE49-F238E27FC236}">
                <a16:creationId xmlns:a16="http://schemas.microsoft.com/office/drawing/2014/main" id="{24EBD1EE-CAAF-7FDD-FA2D-6B0D23C3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328" y="85900"/>
            <a:ext cx="1913477" cy="251227"/>
          </a:xfrm>
          <a:prstGeom xmlns:a="http://schemas.openxmlformats.org/drawingml/2006/main" prst="rightArrow">
            <a:avLst>
              <a:gd name="adj1" fmla="val 13184"/>
              <a:gd name="adj2" fmla="val 50000"/>
            </a:avLst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55D0796-E6A2-125F-97E7-7C2B1B9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8" y="-36294"/>
            <a:ext cx="1242982" cy="3768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protocol time</a:t>
            </a:r>
            <a:endParaRPr sz="140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0" name="Straight Arrow Connector 26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592308" y="2228711"/>
            <a:ext cx="0" cy="15459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58F3B4CA-2B07-7DB5-A57C-80B3491F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88" y="272459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82" name="Straight Arrow Connector 28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071644" y="1519504"/>
            <a:ext cx="442089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3" name="Straight Arrow Connector 31"/>
          <p:cNvCxnSpPr/>
          <p:nvPr/>
        </p:nvCxnSpPr>
        <p:spPr>
          <a:xfrm xmlns:a="http://schemas.openxmlformats.org/drawingml/2006/main">
            <a:off x="6740781" y="2224997"/>
            <a:ext cx="0" cy="15459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795A475-64B0-66F1-3CC2-5DC91C5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461" y="272088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cxnSp>
        <p:nvCxnSpPr>
          <p:cNvPr id="85" name="Straight Arrow Connector 33"/>
          <p:cNvCxnSpPr/>
          <p:nvPr/>
        </p:nvCxnSpPr>
        <p:spPr>
          <a:xfrm xmlns:a="http://schemas.openxmlformats.org/drawingml/2006/main">
            <a:off x="9825942" y="2221283"/>
            <a:ext cx="0" cy="15459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44A8916A-31C0-9622-A43C-CD7DB813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22" y="2717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87" name="Straight Arrow Connector 35"/>
          <p:cNvCxnSpPr/>
          <p:nvPr/>
        </p:nvCxnSpPr>
        <p:spPr>
          <a:xfrm xmlns:a="http://schemas.openxmlformats.org/drawingml/2006/main">
            <a:off x="3067929" y="4515462"/>
            <a:ext cx="442089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8" name="Elbow Connector 37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72308" y="1508711"/>
            <a:ext cx="440664" cy="2985908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1BD6AB7A-6B0A-394A-BC45-384E745A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963" y="272088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90" name="Straight Arrow Connector 39"/>
          <p:cNvCxnSpPr/>
          <p:nvPr/>
        </p:nvCxnSpPr>
        <p:spPr>
          <a:xfrm xmlns:a="http://schemas.openxmlformats.org/drawingml/2006/main">
            <a:off x="8271825" y="4511748"/>
            <a:ext cx="442089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1" name="Elbow Connector 42"/>
          <p:cNvCxnSpPr/>
          <p:nvPr/>
        </p:nvCxnSpPr>
        <p:spPr>
          <a:xfrm xmlns:a="http://schemas.openxmlformats.org/drawingml/2006/main" flipV="0">
            <a:off x="9239250" y="2038636"/>
            <a:ext cx="0" cy="952881"/>
          </a:xfrm>
          <a:prstGeom xmlns:a="http://schemas.openxmlformats.org/drawingml/2006/main" prst="straightConnector1">
            <a:avLst>
              <a:gd name="adj1" fmla="val 169"/>
            </a:avLst>
          </a:prstGeom>
          <a:ln xmlns:a="http://schemas.openxmlformats.org/drawingml/2006/main" w="19050">
            <a:solidFill>
              <a:srgbClr val="548235"/>
            </a:solidFill>
            <a:prstDash val="dash"/>
            <a:head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30966C1C-00AC-D7D1-B376-CC4FF231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93" y="5723638"/>
            <a:ext cx="10800000" cy="999709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chemeClr val="bg1">
              <a:lumMod val="85000"/>
              <a:alpha val="2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6662E7C-2AFB-B979-649C-EA791A4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93" y="5717109"/>
            <a:ext cx="10794000" cy="88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sz="1400">
                <a:latin typeface="Times New Roman"/>
                <a:ea typeface="Times New Roman"/>
                <a:cs typeface="Times New Roman"/>
              </a:rPr>
              <a:t>Tx to Rx: proposal sketch                                        Rx to Tx: locked index                                        Tx to Rx: fresh audit</a:t>
            </a:r>
          </a:p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sz="1400">
                <a:latin typeface="Times New Roman"/>
                <a:ea typeface="Times New Roman"/>
                <a:cs typeface="Times New Roman"/>
              </a:rPr>
              <a:t>Rx to Tx: audit decision                              Tx to Rx: feature refresh</a:t>
            </a:r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A98B95D-72A1-CF62-4CEF-966B5F73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09" y="5856513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43859751-A78B-C0A8-71AC-7638B0C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960" y="5850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4A9A2A57-D59B-C005-552B-EB82B4EE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842" y="587067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F1860F83-AC51-4831-8FF8-E62ABE6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207" y="6280117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22EDEEC1-AA57-2792-5F01-9FC52E7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547" y="629364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88D060-1117-408A-B3FB-3317B5F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1517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48235"/>
            </a:solidFill>
            <a:prstDash val="dash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0A738B-7BEA-4678-9893-C3536B5D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1517"/>
            <a:ext cx="0" cy="74771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48235"/>
            </a:solidFill>
            <a:prstDash val="dash"/>
          </a:ln>
        </p:spPr>
      </p:sp>
      <p:sp>
        <p:nvSpPr>
          <p:cNvPr id="57" name="Stage 4 audit decision">
            <a:extLst xmlns:a="http://schemas.openxmlformats.org/drawingml/2006/main">
              <a:ext uri="{FF2B5EF4-FFF2-40B4-BE49-F238E27FC236}">
                <a16:creationId xmlns:a16="http://schemas.microsoft.com/office/drawing/2014/main" id="{608C74EC-A4A9-4B37-9A2B-6EE36C48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906" y="271719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61261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2026-09-15T11:27:57.7290000Z</dcterms:created>
  <dcterms:modified xsi:type="dcterms:W3CDTF">2026-09-15T11:27:57.7290000Z</dcterms:modified>
</coreProperties>
</file>